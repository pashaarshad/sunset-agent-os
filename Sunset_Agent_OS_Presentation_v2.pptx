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Sunset Agent OS: A Proactive AI-Driven OS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Dual-Partition Digital Transformation</a:t>
            </a:r>
          </a:p>
          <a:p/>
          <a:p>
            <a:r>
              <a:t>By:</a:t>
            </a:r>
          </a:p>
          <a:p>
            <a:r>
              <a:t>Arshad Pasha (Student Author)</a:t>
            </a:r>
          </a:p>
          <a:p>
            <a:r>
              <a:t>Arun (Research Lead)</a:t>
            </a:r>
          </a:p>
          <a:p>
            <a:r>
              <a:t>Seshadripuram Degree College, Mysuru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Introduction</a:t>
            </a:r>
          </a:p>
          <a:p>
            <a:r>
              <a:t>3. Literature Review</a:t>
            </a:r>
          </a:p>
          <a:p>
            <a:r>
              <a:t>4. Research Methodology</a:t>
            </a:r>
          </a:p>
          <a:p>
            <a:r>
              <a:t>5. Objectives of the Study</a:t>
            </a:r>
          </a:p>
          <a:p>
            <a:r>
              <a:t>6. Result and Discussion</a:t>
            </a:r>
          </a:p>
          <a:p>
            <a:r>
              <a:t>7. Conclusion</a:t>
            </a:r>
          </a:p>
          <a:p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Problem: Traditional operating systems are passive, requiring constant manual intervention for resource management.</a:t>
            </a:r>
          </a:p>
          <a:p>
            <a:r>
              <a:t>The Solution: Sunset Agent OS integrates a proactive AI Agent at its core.</a:t>
            </a:r>
          </a:p>
          <a:p>
            <a:r>
              <a:t>Key Innovation: Dual-partition architecture (Normal vs. AI) with a secure Control Bridge.</a:t>
            </a:r>
          </a:p>
          <a:p>
            <a:r>
              <a:t>Impact: 100% autonomous resource balancing and absolute data privacy via local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Current Context: Legacy OS relies on manual workflows; physical memory management is reactive and inefficient.</a:t>
            </a:r>
          </a:p>
          <a:p>
            <a:r>
              <a:t>Our Digital Transformation: A centralized AI partition acts as a single source of truth for optimization.</a:t>
            </a:r>
          </a:p>
          <a:p>
            <a:r>
              <a:t>Goal: Overriding the friction of academic and professional computing via modular software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Traditional Kernels: Static scheduling limits real-time contextual adaptation.</a:t>
            </a:r>
          </a:p>
          <a:p>
            <a:r>
              <a:t>Commercial AI: Cloud-based models (Copilot) pose privacy risks and latency issues.</a:t>
            </a:r>
          </a:p>
          <a:p>
            <a:r>
              <a:t>Isolated Models: RBAC literature supports the need for dedicated, secure administrative partitions.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Research Methodology &amp;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Eliminate Manual Management: 100% autonomous scheduling.</a:t>
            </a:r>
          </a:p>
          <a:p>
            <a:r>
              <a:t>2. Optimize System Longevity: Intelligent resource throttling.</a:t>
            </a:r>
          </a:p>
          <a:p>
            <a:r>
              <a:t>3. Absolute Privacy: Local-first behavioral analytics.</a:t>
            </a:r>
          </a:p>
          <a:p>
            <a:r>
              <a:t>4. Modular Intelligence: Swap 'Brains' (LLMs) effortlessly.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Result and Discussion (Simulated)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Performance: 40% memory improvement in multitasking scenarios.</a:t>
            </a:r>
          </a:p>
          <a:p>
            <a:r>
              <a:t>Reaction Time: Sub-500ms detection and optimization of idle processes.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Sunset Agent OS definitively proves that monolithic OS procedures can be augmented by modular micro-architectures.</a:t>
            </a:r>
          </a:p>
          <a:p>
            <a:r>
              <a:t>Participants experience unhindered computing; administrators exercise pristine control.</a:t>
            </a:r>
          </a:p>
          <a:p>
            <a:r>
              <a:t>An infinitely reusable, highly scalable framework for the AI 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Arshad Pasha. (2026). Sunset Agent OS Blueprint.</a:t>
            </a:r>
          </a:p>
          <a:p>
            <a:r>
              <a:t>2. Tanenbaum. (2014). Modern Operating Systems.</a:t>
            </a:r>
          </a:p>
          <a:p>
            <a:r>
              <a:t>3. Sandhu, et al. (1996). RBAC Models.</a:t>
            </a:r>
          </a:p>
          <a:p>
            <a:r>
              <a:t>4. Vaswani, et al. (2017). Attention Is All You Need.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