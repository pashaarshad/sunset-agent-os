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Sunset Agent 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Next-Generation Dual-Partition AI Architecture</a:t>
            </a:r>
          </a:p>
          <a:p>
            <a:r>
              <a:t>Authors: Arshad Pasha &amp; Arun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Core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Shift the traditional OS logic from static to intelligent.</a:t>
            </a:r>
          </a:p>
          <a:p>
            <a:pPr lvl="1"/>
            <a:r>
              <a:t>Proactive intelligence manages memory boundaries natively.</a:t>
            </a:r>
          </a:p>
          <a:p>
            <a:pPr lvl="1"/>
            <a:r>
              <a:t>Seamlessly bridges a traditional OS with a dedicated AI controller.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Dual-Partition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reimagined system foundation dividing traditional interaction from AI control:</a:t>
            </a:r>
          </a:p>
          <a:p>
            <a:pPr lvl="1"/>
            <a:r>
              <a:t>1. Normal OS Partition (Standard User Environment)</a:t>
            </a:r>
          </a:p>
          <a:p>
            <a:pPr lvl="1"/>
            <a:r>
              <a:t>2. AI Agent Partition (Intelligent Domain)</a:t>
            </a:r>
          </a:p>
          <a:p>
            <a:pPr lvl="1"/>
            <a:r>
              <a:t>3. The Control Bridge (Secure communication via audited APIs)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Intelligent Memory Resource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the system manages resources vs standard OS caches:</a:t>
            </a:r>
          </a:p>
          <a:p>
            <a:pPr lvl="1"/>
            <a:r>
              <a:t>Dynamic RAM allocation based on user patterns and current demands.</a:t>
            </a:r>
          </a:p>
          <a:p>
            <a:pPr lvl="1"/>
            <a:r>
              <a:t>Agent intervenes to cleanly state-save and throttle background process loops.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Modular System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Updating the Brain:</a:t>
            </a:r>
          </a:p>
          <a:p>
            <a:pPr lvl="1"/>
            <a:r>
              <a:t>Replace / Update the Local LLM like a system driver.</a:t>
            </a:r>
          </a:p>
          <a:p>
            <a:pPr lvl="1"/>
            <a:r>
              <a:t>Keeps data secured strictly onboard inside the AI partition.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Innovations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happens when an AI owns the System Controller?</a:t>
            </a:r>
          </a:p>
          <a:p>
            <a:pPr lvl="1"/>
            <a:r>
              <a:t>Zero-Configuration Game/Dev Boosting routines.</a:t>
            </a:r>
          </a:p>
          <a:p>
            <a:pPr lvl="1"/>
            <a:r>
              <a:t>Automated protection from malware scanning hardware behaviors natively.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